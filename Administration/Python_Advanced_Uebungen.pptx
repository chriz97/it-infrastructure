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77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0638" y="1769715"/>
            <a:ext cx="50827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spcAft>
                <a:spcPts val="15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Advanced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000500" y="2569815"/>
            <a:ext cx="1143000" cy="38100"/>
          </a:xfrm>
          <a:prstGeom prst="rect">
            <a:avLst/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30638" y="2893665"/>
            <a:ext cx="508272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Übungsaufgaben &amp; Lösungen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60916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Aufgabe 1: List Comprehensions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305223"/>
            <a:ext cx="8382000" cy="1337072"/>
          </a:xfrm>
          <a:prstGeom prst="roundRect">
            <a:avLst>
              <a:gd name="adj" fmla="val 5699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495723"/>
            <a:ext cx="81610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Aufgabenstellung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815703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Erstelle eine List Comprehension, die: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2078534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Alle geraden Zahlen von 0 bis 20 quadriert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" y="2265164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Eine Liste mit allen Wörtern aus einem Text erstellt, die länger als 4 Zeichen sind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2794695"/>
            <a:ext cx="8382000" cy="778966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794695"/>
            <a:ext cx="0" cy="778966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0550" y="2966145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Gegeben: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0550" y="3228975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564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"Python ist eine tolle Programmiersprache für Anfänger"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81000" y="3726061"/>
            <a:ext cx="8382000" cy="836116"/>
          </a:xfrm>
          <a:prstGeom prst="roundRect">
            <a:avLst>
              <a:gd name="adj" fmla="val 9114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1500" y="3916561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Versuche es erst selbst! 🤔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1500" y="4198441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Tipp: Verwende if-Bedingung in der Comprehension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9458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Lösung 1: List Comprehensions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358354"/>
            <a:ext cx="8382000" cy="1059061"/>
          </a:xfrm>
          <a:prstGeom prst="roundRect">
            <a:avLst>
              <a:gd name="adj" fmla="val 7195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548854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Lösung Teil 1: Gerade Zahlen quadriert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71500" y="1830735"/>
            <a:ext cx="816102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[x**2 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range(21) 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% 2 == 0]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Ergebnis: [0, 4, 16, 36, 64, 100, 144, 196, 256, 324, 400]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2569815"/>
            <a:ext cx="8382000" cy="1257151"/>
          </a:xfrm>
          <a:prstGeom prst="roundRect">
            <a:avLst>
              <a:gd name="adj" fmla="val 6061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2760315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Lösung Teil 2: Wörter länger als 4 Zeichen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3042196"/>
            <a:ext cx="8161020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0C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"Python ist eine tolle Programmiersprache für Anfänger"</a:t>
            </a:r>
            <a:pPr algn="l" indent="0" marL="0">
              <a:lnSpc>
                <a:spcPts val="1560"/>
              </a:lnSpc>
              <a:buNone/>
            </a:pP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[word 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word 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text.split() 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len(word) &gt; 4]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Ergebnis: ['Python', 'tolle', 'Programmiersprache', 'Anfänger']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1000" y="3979366"/>
            <a:ext cx="8382000" cy="529530"/>
          </a:xfrm>
          <a:prstGeom prst="roundRect">
            <a:avLst>
              <a:gd name="adj" fmla="val 14390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2450" y="4150816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Erklärung: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Die if-Bedingung filtert Elemente, die Bedingung muss True ergeben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Aufgabe 2: Decorators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054596"/>
            <a:ext cx="8382000" cy="897136"/>
          </a:xfrm>
          <a:prstGeom prst="roundRect">
            <a:avLst>
              <a:gd name="adj" fmla="val 849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245096"/>
            <a:ext cx="81610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Aufgabenstellung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565077"/>
            <a:ext cx="8161020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Erstelle einen Decorator namens 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count_calls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der zählt, wie oft eine Funktion aufgerufen wurde und dies nach jedem Aufruf ausgibt.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2104132"/>
            <a:ext cx="8382000" cy="1720155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2104132"/>
            <a:ext cx="0" cy="1720155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550" y="2275582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Beispiel-Nutzung: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0550" y="2538413"/>
            <a:ext cx="816102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564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@count_calls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564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def say_hello():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564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print("Hello!")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564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564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say_hello() # Ausgabe: Hello! (Aufruf #1)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564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say_hello() # Ausgabe: Hello! (Aufruf #2)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81000" y="3976687"/>
            <a:ext cx="8382000" cy="836116"/>
          </a:xfrm>
          <a:prstGeom prst="roundRect">
            <a:avLst>
              <a:gd name="adj" fmla="val 9114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1500" y="4167188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Tipp 💡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1500" y="4449068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 Decorator braucht einen internen Counter und eine wrapper-Funktion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Lösung 2: Decorators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159966"/>
            <a:ext cx="8382000" cy="2673251"/>
          </a:xfrm>
          <a:prstGeom prst="roundRect">
            <a:avLst>
              <a:gd name="adj" fmla="val 2850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350466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Vollständige Lösung: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71500" y="1632347"/>
            <a:ext cx="8161020" cy="201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count_calls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(func):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 = 0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wrapper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(*args, **kwargs):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nonlocal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 += 1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 = func(*args, **kwargs)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print(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0C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f"(Aufruf #{count})"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wrapper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3985617"/>
            <a:ext cx="4114800" cy="721816"/>
          </a:xfrm>
          <a:prstGeom prst="roundRect">
            <a:avLst>
              <a:gd name="adj" fmla="val 10557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4138017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nonlocal Keyword: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400" y="4381798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C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Erlaubt Zugriff auf Variable aus äußerem Scope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648200" y="3985617"/>
            <a:ext cx="4114800" cy="721816"/>
          </a:xfrm>
          <a:prstGeom prst="roundRect">
            <a:avLst>
              <a:gd name="adj" fmla="val 10557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00600" y="4138017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7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*args, **kwargs: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00600" y="4381798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Nimmt beliebige Argumente entgegen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9458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Aufgabe 3: Generator Functions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234083"/>
            <a:ext cx="8382000" cy="897136"/>
          </a:xfrm>
          <a:prstGeom prst="roundRect">
            <a:avLst>
              <a:gd name="adj" fmla="val 849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424583"/>
            <a:ext cx="81610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Aufgabenstellung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744563"/>
            <a:ext cx="8161020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Schreibe eine Generator-Funktion 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prime_numbers(n)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die die ersten n Primzahlen generiert.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2283619"/>
            <a:ext cx="8382000" cy="977205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2283619"/>
            <a:ext cx="0" cy="977205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550" y="2455069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Erwartetes Verhalten: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0550" y="2717899"/>
            <a:ext cx="816102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564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list(prime_numbers(5))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564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Ergebnis: [2, 3, 5, 7, 11]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81000" y="3413224"/>
            <a:ext cx="8382000" cy="1220093"/>
          </a:xfrm>
          <a:prstGeom prst="roundRect">
            <a:avLst>
              <a:gd name="adj" fmla="val 6245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1500" y="3603724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Tipps 💡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1500" y="3885605"/>
            <a:ext cx="816102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Verwende yield statt return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2. Eine Zahl ist prim, wenn sie nur durch 1 und sich selbst teilbar ist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3. Prüfe Teilbarkeit mit Modulo-Operator (%)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790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Lösung 3: Generator Functions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890588"/>
            <a:ext cx="8382000" cy="3404295"/>
          </a:xfrm>
          <a:prstGeom prst="roundRect">
            <a:avLst>
              <a:gd name="adj" fmla="val 2238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081088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Vollständige Lösung: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71500" y="1362968"/>
            <a:ext cx="8161020" cy="274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prime_numbers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(n):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 = 0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 = 2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 &lt; n: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is_prime = True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range(2, int(num ** 0.5) + 1):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 % i == 0: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is_prime = False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lnSpc>
                <a:spcPts val="1440"/>
              </a:lnSpc>
              <a:buNone/>
            </a:pP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is_prime: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 += 1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 +=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4447282"/>
            <a:ext cx="8382000" cy="529530"/>
          </a:xfrm>
          <a:prstGeom prst="roundRect">
            <a:avLst>
              <a:gd name="adj" fmla="val 14390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2450" y="4618732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Optimierung: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Wir prüfen nur bis zur Quadratwurzel, da größere Teiler bereits gefunden wären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2755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Aufgabe 4: Context Manager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048345"/>
            <a:ext cx="8382000" cy="897136"/>
          </a:xfrm>
          <a:prstGeom prst="roundRect">
            <a:avLst>
              <a:gd name="adj" fmla="val 849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238845"/>
            <a:ext cx="81610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Aufgabenstellung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558826"/>
            <a:ext cx="8161020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Erstelle einen Context Manager 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Timer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der die Ausführungszeit eines Code-Blocks misst und ausgibt.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2097881"/>
            <a:ext cx="8382000" cy="134868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2097881"/>
            <a:ext cx="0" cy="134868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550" y="2269331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Erwartete Nutzung: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0550" y="2532162"/>
            <a:ext cx="816102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564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Timer():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564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time.sleep(2)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564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564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Ausgabe: "Ausführungszeit: 2.00 Sekunden"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81000" y="3598962"/>
            <a:ext cx="8382000" cy="1220093"/>
          </a:xfrm>
          <a:prstGeom prst="roundRect">
            <a:avLst>
              <a:gd name="adj" fmla="val 6245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1500" y="3789462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Tipps 💡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1500" y="4071342"/>
            <a:ext cx="816102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Implementiere __enter__ und __exit__ Methods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2. Verwende time.time() für Zeitmessung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3. Import: from time import time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1200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Lösung 4: Context Manager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068586"/>
            <a:ext cx="8382000" cy="2856012"/>
          </a:xfrm>
          <a:prstGeom prst="roundRect">
            <a:avLst>
              <a:gd name="adj" fmla="val 2668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259086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Vollständige Lösung: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71500" y="1540966"/>
            <a:ext cx="8161020" cy="2193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 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__enter__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(self):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self.start = time()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__exit__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exc_type, exc_val, exc_tb):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self.end = time()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duration = self.end - self.start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print(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0C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f"Ausführungszeit: {duration:.2f} Sekunden"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False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4076998"/>
            <a:ext cx="4114800" cy="721816"/>
          </a:xfrm>
          <a:prstGeom prst="roundRect">
            <a:avLst>
              <a:gd name="adj" fmla="val 10557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4229398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__enter__: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400" y="4473178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C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Wird beim Betreten des with-Blocks aufgerufen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648200" y="4076998"/>
            <a:ext cx="4114800" cy="721816"/>
          </a:xfrm>
          <a:prstGeom prst="roundRect">
            <a:avLst>
              <a:gd name="adj" fmla="val 10557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00600" y="4229398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7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__exit__: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00600" y="4473178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Cleanup - auch bei Exceptions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8584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Aufgabe 5: Lambda &amp; map/filter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230362"/>
            <a:ext cx="8382000" cy="887611"/>
          </a:xfrm>
          <a:prstGeom prst="roundRect">
            <a:avLst>
              <a:gd name="adj" fmla="val 858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420862"/>
            <a:ext cx="81610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Aufgabenstellung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740843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Gegeben ist eine Liste von Zahlen. Verwende Lambda-Funktionen mit map() und filter():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2270373"/>
            <a:ext cx="8382000" cy="791468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2270373"/>
            <a:ext cx="0" cy="791468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550" y="2441823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Gegeben: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0550" y="2704654"/>
            <a:ext cx="816102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564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[1, 2, 3, 4, 5, 6, 7, 8, 9, 10]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81000" y="3214241"/>
            <a:ext cx="4114800" cy="778966"/>
          </a:xfrm>
          <a:prstGeom prst="roundRect">
            <a:avLst>
              <a:gd name="adj" fmla="val 9782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2450" y="3385691"/>
            <a:ext cx="3847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Teil 1: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2450" y="3648521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Filtere alle geraden Zahlen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648200" y="3214241"/>
            <a:ext cx="4114800" cy="778966"/>
          </a:xfrm>
          <a:prstGeom prst="roundRect">
            <a:avLst>
              <a:gd name="adj" fmla="val 9782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9650" y="3385691"/>
            <a:ext cx="3847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Teil 2: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19650" y="3648521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Quadriere dann diese Zahlen mit map()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81000" y="4145607"/>
            <a:ext cx="8382000" cy="491430"/>
          </a:xfrm>
          <a:prstGeom prst="roundRect">
            <a:avLst>
              <a:gd name="adj" fmla="val 15506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3400" y="4298007"/>
            <a:ext cx="82387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Erwartetes Ergebnis: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[4, 16, 36, 64, 100]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7029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Lösung 5: Lambda &amp; map/filter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958900"/>
            <a:ext cx="8382000" cy="2307729"/>
          </a:xfrm>
          <a:prstGeom prst="roundRect">
            <a:avLst>
              <a:gd name="adj" fmla="val 3302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49400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Lösung Variante 1 (Schrittweise):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71500" y="1431280"/>
            <a:ext cx="8161020" cy="164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[1, 2, 3, 4, 5, 6, 7, 8, 9, 10]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Schritt 1: Gerade Zahlen filtern</a:t>
            </a:r>
            <a:pPr algn="l" indent="0" marL="0">
              <a:lnSpc>
                <a:spcPts val="1440"/>
              </a:lnSpc>
              <a:buNone/>
            </a:pP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even_numbers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list(filter(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x: x % 2 == 0, numbers))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Schritt 2: Quadrieren mit map</a:t>
            </a:r>
            <a:pPr algn="l" indent="0" marL="0">
              <a:lnSpc>
                <a:spcPts val="1440"/>
              </a:lnSpc>
              <a:buNone/>
            </a:pP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squared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list(map(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x: x**2, even_numbers))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Ergebnis: [4, 16, 36, 64, 100]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3419029"/>
            <a:ext cx="8382000" cy="845641"/>
          </a:xfrm>
          <a:prstGeom prst="roundRect">
            <a:avLst>
              <a:gd name="adj" fmla="val 9011"/>
            </a:avLst>
          </a:prstGeom>
          <a:solidFill>
            <a:srgbClr val="306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3609529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Lösung Variante 2 (One-Liner):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3891409"/>
            <a:ext cx="816102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list(map(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x: x**2, filter(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x: x % 2 == 0, numbers)))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4417070"/>
            <a:ext cx="8382000" cy="491430"/>
          </a:xfrm>
          <a:prstGeom prst="roundRect">
            <a:avLst>
              <a:gd name="adj" fmla="val 15506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3400" y="4569470"/>
            <a:ext cx="82387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Tipp: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Bei komplexeren Operationen ist die schrittweise Variante lesbarer!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46011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spcAft>
                <a:spcPts val="1500"/>
              </a:spcAft>
              <a:buNone/>
            </a:pPr>
            <a:r>
              <a:rPr lang="en-US" sz="285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Bonusaufgabe: Magic Methods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81000" y="1087934"/>
            <a:ext cx="8382000" cy="839986"/>
          </a:xfrm>
          <a:prstGeom prst="roundRect">
            <a:avLst>
              <a:gd name="adj" fmla="val 907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1259384"/>
            <a:ext cx="819988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Aufgabenstellung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52450" y="1560314"/>
            <a:ext cx="8199882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Erstelle eine Klasse 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Vector2D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für 2D-Vektoren mit folgenden Magic Methods: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2061270"/>
            <a:ext cx="2705100" cy="714226"/>
          </a:xfrm>
          <a:prstGeom prst="roundRect">
            <a:avLst>
              <a:gd name="adj" fmla="val 10669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213670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__init__(x, y)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33400" y="2463105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Initialisierung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19450" y="2061270"/>
            <a:ext cx="2705100" cy="714226"/>
          </a:xfrm>
          <a:prstGeom prst="roundRect">
            <a:avLst>
              <a:gd name="adj" fmla="val 10669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71850" y="2213670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__add__(other)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371850" y="2463105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Addition zweier Vektoren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57900" y="2061270"/>
            <a:ext cx="2705100" cy="714226"/>
          </a:xfrm>
          <a:prstGeom prst="roundRect">
            <a:avLst>
              <a:gd name="adj" fmla="val 10669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10300" y="2213670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__str__()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210300" y="2463105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String-Darstellung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1000" y="2908846"/>
            <a:ext cx="8382000" cy="1278136"/>
          </a:xfrm>
          <a:prstGeom prst="roundRect">
            <a:avLst>
              <a:gd name="adj" fmla="val 5962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2450" y="3080296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Erwartete Nutzung: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52450" y="3329732"/>
            <a:ext cx="81998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= Vector2D(2, 3)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v2 = Vector2D(1, 4)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v3 = v1 + v2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print(v3) # Ausgabe: "Vector2D(3, 7)"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1000" y="4320332"/>
            <a:ext cx="8382000" cy="439936"/>
          </a:xfrm>
          <a:prstGeom prst="roundRect">
            <a:avLst>
              <a:gd name="adj" fmla="val 17321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4350" y="4453682"/>
            <a:ext cx="82776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Tipp: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__add__ muss ein neues Vector2D Objekt zurückgeben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47954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spcAft>
                <a:spcPts val="1500"/>
              </a:spcAft>
              <a:buNone/>
            </a:pPr>
            <a:r>
              <a:rPr lang="en-US" sz="285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Lösung Bonus: Magic Methods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81000" y="1317724"/>
            <a:ext cx="8382000" cy="2338685"/>
          </a:xfrm>
          <a:prstGeom prst="roundRect">
            <a:avLst>
              <a:gd name="adj" fmla="val 3258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508224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Vollständige Lösung: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71500" y="1790105"/>
            <a:ext cx="8161020" cy="167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Vector2D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x, y):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self.x = x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self.y = y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__add__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other):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Vector2D(self.x + other.x, self.y + other.y)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__str__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(self):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90C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f"Vector2D({self.x}, {self.y})"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81000" y="3808809"/>
            <a:ext cx="4114800" cy="721816"/>
          </a:xfrm>
          <a:prstGeom prst="roundRect">
            <a:avLst>
              <a:gd name="adj" fmla="val 10557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3961209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Erweiterungen möglich: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400" y="4204990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C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__sub__, __mul__, __eq__, __len__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648200" y="3808809"/>
            <a:ext cx="4114800" cy="721816"/>
          </a:xfrm>
          <a:prstGeom prst="roundRect">
            <a:avLst>
              <a:gd name="adj" fmla="val 10557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00600" y="3961209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7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Wichtig: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00600" y="4204990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 ist immer der erste Parameter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77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7940" y="1508820"/>
            <a:ext cx="58479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225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Glückwunsch! 🎉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47940" y="2480370"/>
            <a:ext cx="584797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15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 hast alle Übungen abgeschlossen!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000351" y="3044130"/>
            <a:ext cx="1143000" cy="38100"/>
          </a:xfrm>
          <a:prstGeom prst="rect">
            <a:avLst/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47940" y="3367980"/>
            <a:ext cx="58479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Weiter so mit deinem Python-Learning! 🐍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Advanced - Übungsaufgaben &amp; Lösungen</dc:title>
  <dc:subject>PptxGenJS Presentation</dc:subject>
  <dc:creator>Python Training</dc:creator>
  <cp:lastModifiedBy>Python Training</cp:lastModifiedBy>
  <cp:revision>1</cp:revision>
  <dcterms:created xsi:type="dcterms:W3CDTF">2026-01-20T18:05:23Z</dcterms:created>
  <dcterms:modified xsi:type="dcterms:W3CDTF">2026-01-20T18:05:23Z</dcterms:modified>
</cp:coreProperties>
</file>