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7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8885" y="1769715"/>
            <a:ext cx="612623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Einführung in Python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00500" y="2569815"/>
            <a:ext cx="1143000" cy="38100"/>
          </a:xfrm>
          <a:prstGeom prst="rect">
            <a:avLst/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08885" y="2893665"/>
            <a:ext cx="612623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Teil 2: Advanced Topics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5482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Comprehensions &amp; Generators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387971"/>
            <a:ext cx="4114800" cy="1121866"/>
          </a:xfrm>
          <a:prstGeom prst="roundRect">
            <a:avLst>
              <a:gd name="adj" fmla="val 67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559421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Comprehensions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2450" y="1902321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[x**2 for x in range(10)]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52450" y="2151757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Kompakte Syntax für Listen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48200" y="1387971"/>
            <a:ext cx="4114800" cy="1121866"/>
          </a:xfrm>
          <a:prstGeom prst="roundRect">
            <a:avLst>
              <a:gd name="adj" fmla="val 67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19650" y="1559421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 Comprehensions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19650" y="1902321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{x: x**2 for x in range(5)}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19650" y="2151757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Dictionaries on-the-fly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662238"/>
            <a:ext cx="8382000" cy="1173361"/>
          </a:xfrm>
          <a:prstGeom prst="roundRect">
            <a:avLst>
              <a:gd name="adj" fmla="val 6494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852738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 Expressions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" y="319563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(x**2 for x in range(1000000))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45846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Memory-effizient für große Datenmengen - lazy evaluation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3987998"/>
            <a:ext cx="8382000" cy="49143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987998"/>
            <a:ext cx="0" cy="49143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4140398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Tipp: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Verwende Generators statt Lists bei großen Datasets um Speicher zu sparen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224111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14611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sind Decorators?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757511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Funktionen, die andere Funktionen modifizieren oder erweitern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1500" y="2033736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Syntax: 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3069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@decorator_name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595711"/>
            <a:ext cx="8382000" cy="1173361"/>
          </a:xfrm>
          <a:prstGeom prst="roundRect">
            <a:avLst>
              <a:gd name="adj" fmla="val 6494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786211"/>
            <a:ext cx="816102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@timer</a:t>
            </a:r>
            <a:pPr algn="l" indent="0" marL="0">
              <a:lnSpc>
                <a:spcPts val="1560"/>
              </a:lnSpc>
              <a:buNone/>
            </a:pP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slow_function():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time.sleep(2)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3921472"/>
            <a:ext cx="4114800" cy="721816"/>
          </a:xfrm>
          <a:prstGeom prst="rect">
            <a:avLst/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921472"/>
            <a:ext cx="0" cy="721816"/>
          </a:xfrm>
          <a:prstGeom prst="line">
            <a:avLst/>
          </a:prstGeom>
          <a:noFill/>
          <a:ln w="38100">
            <a:solidFill>
              <a:srgbClr val="377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4073872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Häufige Use Cases: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4317653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Logging, Timing, Caching, Authentication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3921472"/>
            <a:ext cx="4114800" cy="72181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0" y="3921472"/>
            <a:ext cx="0" cy="721816"/>
          </a:xfrm>
          <a:prstGeom prst="line">
            <a:avLst/>
          </a:prstGeom>
          <a:noFill/>
          <a:ln w="381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8700" y="4073872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Decorators: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38700" y="4317653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@property, @staticmethod, @classmethod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65511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Managers &amp; with-Statement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90910"/>
            <a:ext cx="8382000" cy="923925"/>
          </a:xfrm>
          <a:prstGeom prst="roundRect">
            <a:avLst>
              <a:gd name="adj" fmla="val 824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28141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with-Statement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624310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Automatisches Resource Management - Setup und Cleanup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81000" y="2167235"/>
            <a:ext cx="4114800" cy="938808"/>
          </a:xfrm>
          <a:prstGeom prst="roundRect">
            <a:avLst>
              <a:gd name="adj" fmla="val 8117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338685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Handling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2569071"/>
            <a:ext cx="384733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'file.txt'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= f.read()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8200" y="2167235"/>
            <a:ext cx="4114800" cy="938808"/>
          </a:xfrm>
          <a:prstGeom prst="roundRect">
            <a:avLst>
              <a:gd name="adj" fmla="val 8117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9650" y="2338685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Connections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19650" y="2569071"/>
            <a:ext cx="384733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db.connect() 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conn: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conn.execute(query)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258443"/>
            <a:ext cx="8382000" cy="874216"/>
          </a:xfrm>
          <a:prstGeom prst="roundRect">
            <a:avLst>
              <a:gd name="adj" fmla="val 8716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448943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Eigene Context Managers erstellen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1500" y="3768923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@contextmanager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oder 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__enter__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__exit__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4285059"/>
            <a:ext cx="8382000" cy="491430"/>
          </a:xfrm>
          <a:prstGeom prst="roundRect">
            <a:avLst>
              <a:gd name="adj" fmla="val 11629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4437459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Vorteil: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Ressourcen werden garantiert freigegeben, auch bei Exceptions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8778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Iterators &amp; Generator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164134"/>
            <a:ext cx="4114800" cy="1121866"/>
          </a:xfrm>
          <a:prstGeom prst="roundRect">
            <a:avLst>
              <a:gd name="adj" fmla="val 67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335584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Iterator Protocol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2450" y="1678484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__iter__() und __next__()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52450" y="1927920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Jedes iterable Objekt implementiert diese Methods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48200" y="1164134"/>
            <a:ext cx="4114800" cy="1121866"/>
          </a:xfrm>
          <a:prstGeom prst="roundRect">
            <a:avLst>
              <a:gd name="adj" fmla="val 67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19650" y="1335584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yield Keyword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19650" y="1678484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statt return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19650" y="1927920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Funktion wird zum Generator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438400"/>
            <a:ext cx="8382000" cy="1620887"/>
          </a:xfrm>
          <a:prstGeom prst="roundRect">
            <a:avLst>
              <a:gd name="adj" fmla="val 4701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62890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 Function Beispiel: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71500" y="2878336"/>
            <a:ext cx="8161020" cy="990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fibonacci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(n):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b = 0, 1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range(n):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b = b, a + b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81000" y="4211687"/>
            <a:ext cx="4114800" cy="491430"/>
          </a:xfrm>
          <a:prstGeom prst="roundRect">
            <a:avLst>
              <a:gd name="adj" fmla="val 11629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400" y="4364087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Vorteil: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State wird zwischen Aufrufen gespeichert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8200" y="4211687"/>
            <a:ext cx="4114800" cy="491430"/>
          </a:xfrm>
          <a:prstGeom prst="roundRect">
            <a:avLst>
              <a:gd name="adj" fmla="val 1162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0600" y="4364087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Ideal für Streaming von Daten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5871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 &amp; Functional Programming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128861"/>
            <a:ext cx="8382000" cy="910530"/>
          </a:xfrm>
          <a:prstGeom prst="roundRect">
            <a:avLst>
              <a:gd name="adj" fmla="val 8369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19361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 Functions (Anonyme Funktionen)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66226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x: x *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191792"/>
            <a:ext cx="2692450" cy="1291530"/>
          </a:xfrm>
          <a:prstGeom prst="roundRect">
            <a:avLst>
              <a:gd name="adj" fmla="val 5900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363242"/>
            <a:ext cx="23965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2626072"/>
            <a:ext cx="2396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list(map(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lambda x: x**2,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2, 3, 4]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25850" y="2191792"/>
            <a:ext cx="2692450" cy="1291530"/>
          </a:xfrm>
          <a:prstGeom prst="roundRect">
            <a:avLst>
              <a:gd name="adj" fmla="val 5900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97300" y="2363242"/>
            <a:ext cx="23965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97300" y="2626072"/>
            <a:ext cx="2396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list(filter(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lambda x: x &gt; 5,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6, 3, 8]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70699" y="2191792"/>
            <a:ext cx="2692450" cy="1291530"/>
          </a:xfrm>
          <a:prstGeom prst="roundRect">
            <a:avLst>
              <a:gd name="adj" fmla="val 5900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2149" y="2363242"/>
            <a:ext cx="23965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2149" y="2626072"/>
            <a:ext cx="2396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lambda x,y: x+y,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2, 3, 4]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635722"/>
            <a:ext cx="8382000" cy="1102816"/>
          </a:xfrm>
          <a:prstGeom prst="roundRect">
            <a:avLst>
              <a:gd name="adj" fmla="val 6910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826222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Weitere Functional Tools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1500" y="4146203"/>
            <a:ext cx="2590800" cy="401836"/>
          </a:xfrm>
          <a:prstGeom prst="roundRect">
            <a:avLst>
              <a:gd name="adj" fmla="val 1422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800" y="4260503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zip()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276600" y="4146203"/>
            <a:ext cx="2590800" cy="401836"/>
          </a:xfrm>
          <a:prstGeom prst="roundRect">
            <a:avLst>
              <a:gd name="adj" fmla="val 1422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90900" y="4260503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sorted()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981700" y="4146203"/>
            <a:ext cx="2590800" cy="401836"/>
          </a:xfrm>
          <a:prstGeom prst="roundRect">
            <a:avLst>
              <a:gd name="adj" fmla="val 1422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0" y="4260503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any() / all()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97572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OOP: Magic Methods (Dunder Methods)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557486"/>
            <a:ext cx="8382000" cy="523875"/>
          </a:xfrm>
          <a:prstGeom prst="roundRect">
            <a:avLst>
              <a:gd name="adj" fmla="val 1454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709886"/>
            <a:ext cx="82387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Spezielle Methods mit 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__double_underscores__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definieren Objekt-Verhalten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195661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329011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234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__init__(self)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14350" y="2549872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Konstruktor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919413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3052763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234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__str__(self)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14350" y="3273623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String-Darstellung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643164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776514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234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__repr__(self)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14350" y="3997375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Developer-Darstellung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19450" y="2195661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52800" y="2329011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__len__(self)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352800" y="2549872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len() Funktion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19450" y="2919413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52800" y="3052763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__getitem__(self, key)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352800" y="3273623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obj[key] Zugriff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19450" y="3643164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52800" y="3776514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8564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__call__(self)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352800" y="3997375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obj() callable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7900" y="2195661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1250" y="2329011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74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__add__(self, other)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191250" y="2549872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Operator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57900" y="2919413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91250" y="3052763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74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__eq__(self, other)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191250" y="3273623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Vergleich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57900" y="3643164"/>
            <a:ext cx="2705100" cy="647551"/>
          </a:xfrm>
          <a:prstGeom prst="roundRect">
            <a:avLst>
              <a:gd name="adj" fmla="val 882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1250" y="3776514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74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__lt__(self, other)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191250" y="3997375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Vergleich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6932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Hints &amp; Type Annotations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81224"/>
            <a:ext cx="8382000" cy="581025"/>
          </a:xfrm>
          <a:prstGeom prst="roundRect">
            <a:avLst>
              <a:gd name="adj" fmla="val 1311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171724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Statische Typ-Deklarationen für bessere Code-Qualität und IDE-Support (seit Python 3.5+)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714649"/>
            <a:ext cx="8382000" cy="1064716"/>
          </a:xfrm>
          <a:prstGeom prst="roundRect">
            <a:avLst>
              <a:gd name="adj" fmla="val 7157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905149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Grundlegende Syntax: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2192685"/>
            <a:ext cx="816102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(name: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0C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f"Hello, {name}"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931765"/>
            <a:ext cx="2692450" cy="1310580"/>
          </a:xfrm>
          <a:prstGeom prst="roundRect">
            <a:avLst>
              <a:gd name="adj" fmla="val 5814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3103215"/>
            <a:ext cx="23965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2450" y="3385096"/>
            <a:ext cx="2396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List[int]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Dict[str, int]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Tuple[str, ...]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Set[float]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25850" y="2931765"/>
            <a:ext cx="2692450" cy="1310580"/>
          </a:xfrm>
          <a:prstGeom prst="roundRect">
            <a:avLst>
              <a:gd name="adj" fmla="val 5814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97300" y="3103215"/>
            <a:ext cx="23965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&amp; Union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97300" y="3385096"/>
            <a:ext cx="2396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Optional[str]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Union[int, str]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 | None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| float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0699" y="2931765"/>
            <a:ext cx="2692450" cy="967680"/>
          </a:xfrm>
          <a:prstGeom prst="roundRect">
            <a:avLst>
              <a:gd name="adj" fmla="val 7875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42149" y="3103215"/>
            <a:ext cx="23965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Callables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42149" y="3385096"/>
            <a:ext cx="23965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Callable[[int], str]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Callable[..., Any]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4394746"/>
            <a:ext cx="8382000" cy="491430"/>
          </a:xfrm>
          <a:prstGeom prst="roundRect">
            <a:avLst>
              <a:gd name="adj" fmla="val 11629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4547146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mypy für statische Type-Checking, pyright für VS Code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71410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500"/>
              </a:spcAft>
              <a:buNone/>
            </a:pPr>
            <a:r>
              <a:rPr lang="en-US" sz="285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Async/Await - Asynchrone Programmierung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845493"/>
            <a:ext cx="8382000" cy="542925"/>
          </a:xfrm>
          <a:prstGeom prst="roundRect">
            <a:avLst>
              <a:gd name="adj" fmla="val 1403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016943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Parallele Ausführung von I/O-bound Tasks ohne Threading - Event Loop basiert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1540818"/>
            <a:ext cx="8382000" cy="1441847"/>
          </a:xfrm>
          <a:prstGeom prst="roundRect">
            <a:avLst>
              <a:gd name="adj" fmla="val 528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73131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Function Definition: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999804"/>
            <a:ext cx="816102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fetch_data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(url: str) -&gt; dict: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aiohttp.ClientSession()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session: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session.get(url)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response: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response.json()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3135064"/>
            <a:ext cx="4114800" cy="1214438"/>
          </a:xfrm>
          <a:prstGeom prst="roundRect">
            <a:avLst>
              <a:gd name="adj" fmla="val 6275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330651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52450" y="3601789"/>
            <a:ext cx="384733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def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Coroutine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Warten auf Async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Event Loop - Orchestrierung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48200" y="3135064"/>
            <a:ext cx="4114800" cy="1223963"/>
          </a:xfrm>
          <a:prstGeom prst="roundRect">
            <a:avLst>
              <a:gd name="adj" fmla="val 6226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9650" y="330651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Bibliotheken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819650" y="3601789"/>
            <a:ext cx="3847338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asyncio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(Standard)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aiohttp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(HTTP)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aiomysql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(Database)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81000" y="4511427"/>
            <a:ext cx="8382000" cy="49143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4511427"/>
            <a:ext cx="0" cy="491430"/>
          </a:xfrm>
          <a:prstGeom prst="line">
            <a:avLst/>
          </a:prstGeom>
          <a:noFill/>
          <a:ln w="381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4663827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Web Scraping, API Calls, Database-Operationen - massiv schneller bei I/O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7231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3776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&amp; Zusammenfassung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086892"/>
            <a:ext cx="4114800" cy="1381125"/>
          </a:xfrm>
          <a:prstGeom prst="roundRect">
            <a:avLst>
              <a:gd name="adj" fmla="val 5517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086892"/>
            <a:ext cx="0" cy="1381125"/>
          </a:xfrm>
          <a:prstGeom prst="line">
            <a:avLst/>
          </a:prstGeom>
          <a:noFill/>
          <a:ln w="38100">
            <a:solidFill>
              <a:srgbClr val="377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0550" y="12583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34E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Qualität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90550" y="1553617"/>
            <a:ext cx="380847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Hints verwenden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Docstrings schreiben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PEP 8 Style Guide folgen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C5F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 Comprehensions nutzen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48200" y="1086892"/>
            <a:ext cx="4114800" cy="1381125"/>
          </a:xfrm>
          <a:prstGeom prst="roundRect">
            <a:avLst>
              <a:gd name="adj" fmla="val 5517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67250" y="1086892"/>
            <a:ext cx="0" cy="1381125"/>
          </a:xfrm>
          <a:prstGeom prst="line">
            <a:avLst/>
          </a:prstGeom>
          <a:noFill/>
          <a:ln w="38100">
            <a:solidFill>
              <a:srgbClr val="3069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750" y="12583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57750" y="1553617"/>
            <a:ext cx="380847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Generators für große Daten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Async für I/O Operations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Context Managers nutzen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Caching mit Decorators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2620417"/>
            <a:ext cx="8382000" cy="1329482"/>
          </a:xfrm>
          <a:prstGeom prst="roundRect">
            <a:avLst>
              <a:gd name="adj" fmla="val 5732"/>
            </a:avLst>
          </a:prstGeom>
          <a:solidFill>
            <a:srgbClr val="3069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810917"/>
            <a:ext cx="81610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wir gelernt haben: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1500" y="3165128"/>
            <a:ext cx="400278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Comprehensions &amp; Generators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 Decorators &amp; Context Managers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 Iterators &amp; yield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48200" y="3165128"/>
            <a:ext cx="400278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Functional Programming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 Magic Methods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 Type Hints &amp; Async/Await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4102298"/>
            <a:ext cx="4114800" cy="678061"/>
          </a:xfrm>
          <a:prstGeom prst="roundRect">
            <a:avLst>
              <a:gd name="adj" fmla="val 8428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4254698"/>
            <a:ext cx="38862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Weiterführend: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564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Metaclasses, Descriptors, Abstract Base Classes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8200" y="4102298"/>
            <a:ext cx="4114800" cy="491430"/>
          </a:xfrm>
          <a:prstGeom prst="roundRect">
            <a:avLst>
              <a:gd name="adj" fmla="val 11629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4254698"/>
            <a:ext cx="3886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python.org/dev/peps, realpython.com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Python - Teil 2: Advanced Topics</dc:title>
  <dc:subject>PptxGenJS Presentation</dc:subject>
  <dc:creator>Python Training</dc:creator>
  <cp:lastModifiedBy>Python Training</cp:lastModifiedBy>
  <cp:revision>1</cp:revision>
  <dcterms:created xsi:type="dcterms:W3CDTF">2026-01-20T17:45:43Z</dcterms:created>
  <dcterms:modified xsi:type="dcterms:W3CDTF">2026-01-20T17:45:43Z</dcterms:modified>
</cp:coreProperties>
</file>